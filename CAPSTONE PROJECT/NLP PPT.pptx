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66" r:id="rId4"/>
    <p:sldId id="258" r:id="rId5"/>
    <p:sldId id="259" r:id="rId6"/>
    <p:sldId id="260" r:id="rId7"/>
    <p:sldId id="267" r:id="rId9"/>
    <p:sldId id="261" r:id="rId10"/>
    <p:sldId id="268" r:id="rId11"/>
    <p:sldId id="269" r:id="rId12"/>
    <p:sldId id="270" r:id="rId13"/>
    <p:sldId id="276" r:id="rId14"/>
    <p:sldId id="271" r:id="rId15"/>
    <p:sldId id="273" r:id="rId16"/>
    <p:sldId id="278" r:id="rId17"/>
    <p:sldId id="264" r:id="rId18"/>
    <p:sldId id="274" r:id="rId19"/>
    <p:sldId id="275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4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10" y="326390"/>
            <a:ext cx="11630660" cy="1877060"/>
            <a:chOff x="295910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3166110"/>
            <a:ext cx="8871585" cy="35153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noAutofit/>
          </a:bodyPr>
          <a:lstStyle/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 Sai Siddartha (192425093)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Ballani Venkata Manoj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(192424350)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Choda Anjaneya Venkata Naga Sai</a:t>
            </a: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24283</a:t>
            </a: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Ankireddy Vikranth Reddy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4193)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0304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Dr.T.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   : </a:t>
            </a:r>
            <a:r>
              <a:rPr lang="en-US" alt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6/08/2026</a:t>
            </a: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6550" y="2449195"/>
            <a:ext cx="9224645" cy="4533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75380" marR="5080" indent="-3663315" algn="l">
              <a:lnSpc>
                <a:spcPts val="3200"/>
              </a:lnSpc>
              <a:spcBef>
                <a:spcPts val="340"/>
              </a:spcBef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Food Donation and Redistribution Platform Using NLP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09600" y="522605"/>
            <a:ext cx="10972800" cy="88900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ABSTRACT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765300"/>
            <a:ext cx="11184255" cy="417195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FoodRescue AI is an AI-based platform designed to reduce food wastage and improve the redistribution of surplus food to people in need.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system uses Natural Language Processing (NLP) to extract important details such as food type, quantity, location, and availability from donor descriptions.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Semantic matching techniques are used to connect food donors with suitable NGOs, shelters, and receivers based on their requirements.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An NLP-based chatbot provides real-time assistance and guidance to donors, NGOs, and volunteers during the donation process.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Overall, the platform aims to create an efficient, intelligent, and user-friendly system that reduces food waste and ensures surplus food reaches the right beneficiaries at the right time.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381000"/>
            <a:ext cx="1136015" cy="117221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57200"/>
            <a:ext cx="1329690" cy="1075690"/>
          </a:xfrm>
          <a:prstGeom prst="rect">
            <a:avLst/>
          </a:prstGeom>
          <a:noFill/>
        </p:spPr>
      </p:pic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624205"/>
            <a:ext cx="10972799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505" y="1898015"/>
            <a:ext cx="7958455" cy="412750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Food wastage is a major problem despite increasing food insecurity.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Surplus food can be redistributed to NGOs instead of being wasted.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proposed platform uses NLP to understand food donation details given in natural language.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FoodRescue AI uses AI to make smart food redistribution decisions.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system extracts and classifies information such as food type, quantity, location, and expiry time.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Semantic matching helps connect suitable food donors with NGOs, shelters, and receivers.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8615680" y="2073910"/>
            <a:ext cx="3073400" cy="37763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8249285" y="2090420"/>
            <a:ext cx="3322320" cy="377634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spc="-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2038033"/>
            <a:ext cx="7258685" cy="3881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surplus edible food are wasted every day.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NGOs often struggle to receive the right quantity of food at the right time.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NGO selection may lead to delays and inefficient food distribution.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factors such as distance, demand, and delivery success must be considered.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do not learn from previous donation and delivery outcomes.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832485"/>
            <a:ext cx="6731635" cy="854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6715" y="1790700"/>
            <a:ext cx="7640320" cy="4192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platform for efficient food donation and redistribution.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NLP for extracting food details from natural language descriptions.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and analyze donated food based on its type and suitability.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match food donors with suitable NGOs and receivers using semantic matching.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NLP-based chatbot for assisting users during the donation process.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8187055" y="2142490"/>
            <a:ext cx="3392805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1"/>
          <p:cNvSpPr txBox="1"/>
          <p:nvPr/>
        </p:nvSpPr>
        <p:spPr>
          <a:xfrm>
            <a:off x="294005" y="607060"/>
            <a:ext cx="11687175" cy="62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7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" y="1964055"/>
            <a:ext cx="10941685" cy="4382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005" y="285115"/>
            <a:ext cx="11687175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12475" y="385445"/>
            <a:ext cx="891540" cy="671195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5445"/>
            <a:ext cx="1114425" cy="582295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285115"/>
            <a:ext cx="11582400" cy="615696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Picture 5" descr="ChatGPT Image Aug 26, 2026, 01_28_27 PM"/>
          <p:cNvPicPr>
            <a:picLocks noChangeAspect="1"/>
          </p:cNvPicPr>
          <p:nvPr/>
        </p:nvPicPr>
        <p:blipFill>
          <a:blip r:embed="rId3"/>
          <a:srcRect t="9935"/>
          <a:stretch>
            <a:fillRect/>
          </a:stretch>
        </p:blipFill>
        <p:spPr>
          <a:xfrm>
            <a:off x="525780" y="1056640"/>
            <a:ext cx="11278235" cy="5252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rcRect t="21633"/>
          <a:stretch>
            <a:fillRect/>
          </a:stretch>
        </p:blipFill>
        <p:spPr>
          <a:xfrm>
            <a:off x="7230745" y="2247265"/>
            <a:ext cx="4655820" cy="3820795"/>
          </a:xfrm>
          <a:prstGeom prst="rect">
            <a:avLst/>
          </a:prstGeom>
        </p:spPr>
      </p:pic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1767205" y="565785"/>
            <a:ext cx="9137015" cy="1541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 : 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Natural Language Food Information Extraction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000" b="1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7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8" name="Text Box 7"/>
          <p:cNvSpPr txBox="1"/>
          <p:nvPr/>
        </p:nvSpPr>
        <p:spPr>
          <a:xfrm>
            <a:off x="228600" y="2106930"/>
            <a:ext cx="7073900" cy="5064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Purpose: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Extract important food donation details from unstructured text provided by donors.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Donors can enter descriptions such as “I have 20 boxes of cooked meals available in Hyderabad until 8 PM.”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NLP Processing: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system analyzes the text using NLP techniques such as tokenization, Named Entity Recognition (NER), and keyword extraction.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Information Extracted: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Key details such as food type, quantity, location, expiry/availability time, and food condition are identified.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ext Box 15"/>
          <p:cNvSpPr txBox="1"/>
          <p:nvPr/>
        </p:nvSpPr>
        <p:spPr>
          <a:xfrm>
            <a:off x="1771015" y="370840"/>
            <a:ext cx="8972550" cy="1276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US" alt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NLP-Based Food Classification and Analysis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1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19" name="Text Box 18"/>
          <p:cNvSpPr txBox="1"/>
          <p:nvPr/>
        </p:nvSpPr>
        <p:spPr>
          <a:xfrm>
            <a:off x="304165" y="1845310"/>
            <a:ext cx="7399655" cy="4529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Purpose: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Classify the extracted food information into suitable food categories for efficient redistribution.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Structured details from Module 1, including food name, quantity, condition, expiry time, and location.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NLP Techniques Used: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Text preprocessing, tokenization, keyword extraction, NER, and text classification.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Process: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system identifies whether the food belongs to categories such as cooked food, packaged food, fruits, vegetables, or other food items.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processed and classified food information is forwarded to the Semantic Donor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304800" y="371475"/>
            <a:ext cx="1164844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225" y="2081530"/>
            <a:ext cx="4166870" cy="4148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Text Box 8"/>
          <p:cNvSpPr txBox="1"/>
          <p:nvPr/>
        </p:nvSpPr>
        <p:spPr>
          <a:xfrm>
            <a:off x="1594485" y="489585"/>
            <a:ext cx="930973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US" alt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 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Semantic Donor and Receiver Matching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altLang="en-US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488950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88950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304800" y="1810385"/>
            <a:ext cx="6891655" cy="445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Purpose: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Intelligently match available food donations with the most suitable NGOs, shelters, or receivers.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NLP Techniques Used: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Text embeddings, semantic similarity, cosine similarity, keyword matching, and contextual analysis.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Matching Process: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system compares food descriptions with receiver requirements based on food type, quantity, location, availability time, and urgency.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Ranking: 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Suitable receivers are ranked according to their semantic similarity score and matching requirements.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605" y="2077720"/>
            <a:ext cx="4403725" cy="37503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800" y="2034540"/>
            <a:ext cx="4514215" cy="4080510"/>
          </a:xfrm>
          <a:prstGeom prst="rect">
            <a:avLst/>
          </a:prstGeom>
        </p:spPr>
      </p:pic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Text Box 8"/>
          <p:cNvSpPr txBox="1"/>
          <p:nvPr/>
        </p:nvSpPr>
        <p:spPr>
          <a:xfrm>
            <a:off x="1594485" y="489585"/>
            <a:ext cx="930973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4 :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NLP-Based Food Assistance 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Chatbot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altLang="en-US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488950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88950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304800" y="1920875"/>
            <a:ext cx="6852920" cy="5174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Purpose: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Provide intelligent assistance and guidance to donors, NGOs, and receivers</a:t>
            </a:r>
            <a:r>
              <a:rPr lang="en-IN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NLP Techniques Used: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Text preprocessing, tokenization, intent recognition, Named Entity Recognition (NER), keyword extraction</a:t>
            </a:r>
            <a:r>
              <a:rPr lang="en-IN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Understanding: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chatbot identifies the user's intent and important entities from natural language queries.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Response Generation: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Based on the identified intent, the system provides relevant information, guidance, and answers to user queries.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GB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09093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963930"/>
          </a:xfrm>
          <a:prstGeom prst="rect">
            <a:avLst/>
          </a:prstGeom>
          <a:noFill/>
        </p:spPr>
      </p:pic>
      <p:sp>
        <p:nvSpPr>
          <p:cNvPr id="8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Picture 2" descr="Screenshot 2026-08-25 1407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" y="1548130"/>
            <a:ext cx="11043920" cy="4795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&amp; TECHNOLOGIES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5605" y="1600200"/>
            <a:ext cx="10002520" cy="4939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React.js &amp; Node.js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Frontend and backend development.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Supabase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Database, authentication, and real-time data management.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Google Authentication &amp; Twilio OTP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Secure user authentication and verification.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NLP Techniques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Used for information extraction, classification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chatbot processing.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JWT &amp; RBAC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Used for secure authentication and role-based access control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GitHub, VS Code &amp; Postman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Development, version control, and API testing.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875270" y="2031365"/>
            <a:ext cx="352933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rcRect b="28469"/>
          <a:stretch>
            <a:fillRect/>
          </a:stretch>
        </p:blipFill>
        <p:spPr>
          <a:xfrm>
            <a:off x="466725" y="1126490"/>
            <a:ext cx="11224260" cy="53155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955165" y="4660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IN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 altLang="en-IN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81360" y="457200"/>
            <a:ext cx="922655" cy="741045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851535" cy="760730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9900" y="1627505"/>
            <a:ext cx="11202035" cy="4960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Location Tracking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Integrate GPS to track food pickup and delivery in real time.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Advanced AI Prediction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Use machine learning to predict food demand and surplus availability.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Food Quality Detection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Integrate image analysis to identify food quality and freshness.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 Notification System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Send real-time alerts to suitable NGOs, volunteers, and receivers.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Multilingual Chatbot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Support multiple languages to make the platform accessible to more users.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Enhanced Matching System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Improve donor–receiver matching using advanced AI and recommendation techniques.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21285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170305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8825865" y="2165350"/>
            <a:ext cx="2804795" cy="3796665"/>
          </a:xfrm>
          <a:prstGeom prst="rect">
            <a:avLst/>
          </a:prstGeom>
        </p:spPr>
      </p:pic>
      <p:sp>
        <p:nvSpPr>
          <p:cNvPr id="5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2667000" y="706120"/>
            <a:ext cx="609600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ONCLUSION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33400" y="1790065"/>
            <a:ext cx="8292465" cy="4771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proposed platform provides an intelligent solution for reducing food wastage through efficient food donation and redistribution.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NLP techniques help extract, classify, and analyze food information from natural language descriptions.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Semantic matching connects suitable donors with NGOs and receivers based on their requirements.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NLP-based chatbot improves user interaction by providing quick assistance and guidance.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Overall, the system aims to ensure that surplus food reaches the right beneficiaries efficiently and on time.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9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2667000" y="706120"/>
            <a:ext cx="638302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3400" y="1790700"/>
            <a:ext cx="11039475" cy="4770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Jacob Devlin, Ming-Wei Chang, Kenton Lee, and Kristina Toutanova, “BERT: Pre-training of Deep Bidirectional Transformers for Language Understanding,” Proceedings of NAACL-HLT, pp. 4171–4186, 2019.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Nils Reimers and Iryna Gurevych, “Sentence-BERT: Sentence Embeddings using Siamese BERT-Networks,” Proceedings of EMNLP-IJCNLP, pp. 3982–3992, 2019.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Qiwei Peng, David Weir, and Julie Weeds, “Structure-aware Sentence Encoder in Bert-Based Siamese Network,” Proceedings of the 6th Workshop on Representation Learning for NLP, pp. 57–63, 2021.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MongoDB Inc., “MongoDB Documentation,” official documentation for database design, collections, and data management.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77925" y="1219200"/>
            <a:ext cx="9836150" cy="448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6881</Words>
  <Application>WPS Presentation</Application>
  <PresentationFormat>Widescreen</PresentationFormat>
  <Paragraphs>128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Times New Roman</vt:lpstr>
      <vt:lpstr>Calibri</vt:lpstr>
      <vt:lpstr>Microsoft YaHei</vt:lpstr>
      <vt:lpstr>Arial Unicode MS</vt:lpstr>
      <vt:lpstr>Calibri Light</vt:lpstr>
      <vt:lpstr>Office Theme</vt:lpstr>
      <vt:lpstr>AI-Based Food Donation and Redistribution Platform Using NLP</vt:lpstr>
      <vt:lpstr>     ABSTRACT </vt:lpstr>
      <vt:lpstr>  INTRODUCTION </vt:lpstr>
      <vt:lpstr>PROBLEM STATEMENT</vt:lpstr>
      <vt:lpstr>   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Siddartha Galla</cp:lastModifiedBy>
  <cp:revision>35</cp:revision>
  <dcterms:created xsi:type="dcterms:W3CDTF">2025-07-23T00:59:00Z</dcterms:created>
  <dcterms:modified xsi:type="dcterms:W3CDTF">2026-08-26T08:56:39Z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C70FB3740DB348A29293A59686D4502D_13</vt:lpwstr>
  </property>
  <property fmtid="{D5CDD505-2E9C-101B-9397-08002B2CF9AE}" pid="3" name="KSOProductBuildVer">
    <vt:lpwstr>1033-12.1.0.28032</vt:lpwstr>
  </property>
</Properties>
</file>